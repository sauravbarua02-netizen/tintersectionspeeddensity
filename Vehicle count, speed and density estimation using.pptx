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168A-AD3C-803B-C319-7F365B435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D3B78-BFA7-E9B7-2D0A-2D3DA4B67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73B52-1874-F1BB-4417-BA995382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A3705-54D8-6290-0B5A-AD0A151F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35753-D948-7184-F4E5-BA1A8718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8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5FFE-FD65-96D9-D90A-9CC036AE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C8AF1-A47A-0F59-1610-D5275BD6C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563A6-4D46-0226-0B4D-A1D3FF84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C6A8C-3E4E-003D-974A-CC1254F5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DB28F-56EE-2815-02A5-886E107D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2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EE6B-25C0-F0F7-65D9-829B8BD56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5A228-6B76-C100-18B4-1C65156EF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8B991-7392-0803-E123-999DB7CE2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C6C8E-236D-3E12-9B02-976C0087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2704D-88E0-C74F-072C-95DC60DE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B998-EAFF-F35F-BA39-C126197C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7B43A-A4AB-AACB-07F3-784CE29ED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E4F85-48E0-2DEC-7C50-2B4AE4BE0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FB1DF-D406-BA7C-A116-14CF1362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5E4ED-21F8-5AE4-BAFD-AFF0332F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B282A-E604-103C-3C34-22BC171A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DCA3-C84B-3074-B023-9F545F90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F4065-6FEA-AF4C-B05F-D9531D4F8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98DD6-E098-7AF3-112D-C9A662D5F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BB56-C91B-D4F6-077D-AD6511EB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B586E-2D8E-DE2F-5447-29FCC7D20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DF853-A2B9-D23B-ECEB-C26914EE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5D915-018D-7B57-7AE2-5CCF2396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9DF8C-E4A7-16E7-169C-8C82A898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0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5EFA-AF8B-B5D1-D926-F094768A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E5F12-1C23-5B43-DCF7-FA99E94A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A832C-5B07-8785-F8F3-C7B15C4F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498A5-11A6-A8FD-8FD4-0F7BC43B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9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35AB4-6C60-9D41-840D-FA76C7D2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DEB86-C092-B501-DB8A-6A91981C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55A4D-7EA4-4B78-9DEF-2A7CBEC5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F2280-F8D9-B4FE-3FFD-B7C45672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4929C-42F8-57BF-69D4-ADAC7F514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9D8D3-1E7E-3DFD-D272-932EDED20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DC4E1-69F5-304C-1838-F6F967D9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CCBE9-D316-3517-4841-333305CD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DDD9F-E708-3435-8D99-10A59496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0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3CA0-7F36-D4CB-9AA4-705A8462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242FD-2F2A-0C9A-D703-0F81E3345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D6660-576C-EC89-515A-2A8F124B2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17837-A26B-A31D-6A34-F24F1066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D746E-E04E-7090-9B1C-8D6145A0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E30D1-6D01-FE7E-5C68-9DAD8FC4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F472-E15F-D578-0A9E-1F6B02DD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B6E83-468A-9FB0-7E2F-971C9A9A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2E19-EDC2-8333-4A4D-553DAE69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0D09D-B203-8F67-119F-51F814A5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EB680-D3E2-00AA-C3BE-212ED08F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8FDD2-C581-CE9B-DEF4-A693B6B69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E548E-484D-0B47-808B-F520CAB8A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CE6B1-86D4-B83C-ED30-DCC93897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18047-E171-B5ED-8CA7-F5B3A262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0164A-E47E-5C5C-C841-937B1120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DA52A-4575-443E-6B4B-509FCCD93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AB742-D3A4-25CB-3856-E25BE42A2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385E4-B6BB-CB6C-ACD5-6A0AEE062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4297B-0769-48E3-B565-6D05BB8EF46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6F40-227A-4980-DECD-614CF7E32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5679C-1330-C6D4-5589-BF3674507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B29AF-D9EF-4F5A-920D-B8A042CF5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0BCB-948C-5844-CEBE-368CD62E9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Vehicle count, speed and density estimation using ROI in YOLO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7AD6C-777B-112C-8B12-9E40DB9CF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Prepared by: Saurav Barua</a:t>
            </a:r>
          </a:p>
        </p:txBody>
      </p:sp>
    </p:spTree>
    <p:extLst>
      <p:ext uri="{BB962C8B-B14F-4D97-AF65-F5344CB8AC3E}">
        <p14:creationId xmlns:p14="http://schemas.microsoft.com/office/powerpoint/2010/main" val="32713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5A5B-EE31-6BB4-D0F2-01261BCD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206477"/>
            <a:ext cx="10515600" cy="75708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Traffic annotation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82408-AC43-D7A9-3182-B509BA6F5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09" y="963561"/>
            <a:ext cx="2906613" cy="5167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E89806-3AF0-B3E4-D642-ABF3BBEB0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254" y="963560"/>
            <a:ext cx="2899437" cy="5167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DED20-D2CA-081A-8B35-9003FB170FE0}"/>
              </a:ext>
            </a:extLst>
          </p:cNvPr>
          <p:cNvSpPr txBox="1"/>
          <p:nvPr/>
        </p:nvSpPr>
        <p:spPr>
          <a:xfrm>
            <a:off x="1740282" y="6282191"/>
            <a:ext cx="279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captured by Drone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0DE5C-72D6-4408-72BD-D8771B33991A}"/>
              </a:ext>
            </a:extLst>
          </p:cNvPr>
          <p:cNvSpPr txBox="1"/>
          <p:nvPr/>
        </p:nvSpPr>
        <p:spPr>
          <a:xfrm>
            <a:off x="7872924" y="6282191"/>
            <a:ext cx="279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Annotated Traffic Video</a:t>
            </a:r>
          </a:p>
        </p:txBody>
      </p:sp>
    </p:spTree>
    <p:extLst>
      <p:ext uri="{BB962C8B-B14F-4D97-AF65-F5344CB8AC3E}">
        <p14:creationId xmlns:p14="http://schemas.microsoft.com/office/powerpoint/2010/main" val="210407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6885-372C-5EA2-2019-6FFD8829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55A65-1BD3-2201-8B2D-08CC0BE38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arenR"/>
            </a:pPr>
            <a:r>
              <a:rPr lang="en-US" dirty="0"/>
              <a:t>Annotate/label classified vehicle using </a:t>
            </a:r>
            <a:r>
              <a:rPr lang="en-US" dirty="0" err="1"/>
              <a:t>RoboFlow</a:t>
            </a:r>
            <a:r>
              <a:rPr lang="en-US" dirty="0"/>
              <a:t> box bounding and box prompting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Train data using python code in google </a:t>
            </a:r>
            <a:r>
              <a:rPr lang="en-US" dirty="0" err="1"/>
              <a:t>colab</a:t>
            </a:r>
            <a:endParaRPr lang="en-US" dirty="0"/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Prepare best.pt file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Python code in </a:t>
            </a:r>
            <a:r>
              <a:rPr lang="en-US" dirty="0" err="1"/>
              <a:t>VScode</a:t>
            </a:r>
            <a:r>
              <a:rPr lang="en-US" dirty="0"/>
              <a:t> to analysis traffic video using trained best.pt file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Create Region of interest (ROI) and calibrate distance with respect to pixel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Calculate traffic count in entry and exit of the ROI, average speed, average number of vehicle within ROI per second, average density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dirty="0"/>
              <a:t>Plot vehicle count, traffic density and speed with respect to video run time.</a:t>
            </a:r>
          </a:p>
        </p:txBody>
      </p:sp>
    </p:spTree>
    <p:extLst>
      <p:ext uri="{BB962C8B-B14F-4D97-AF65-F5344CB8AC3E}">
        <p14:creationId xmlns:p14="http://schemas.microsoft.com/office/powerpoint/2010/main" val="12329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C3AC5D-9F7B-7014-8043-686EF8C4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761" y="756299"/>
            <a:ext cx="7646477" cy="59160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40EC896-188D-F6B8-DC98-47158B9E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986" y="185665"/>
            <a:ext cx="9485671" cy="3911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 of work steps</a:t>
            </a:r>
          </a:p>
        </p:txBody>
      </p:sp>
    </p:spTree>
    <p:extLst>
      <p:ext uri="{BB962C8B-B14F-4D97-AF65-F5344CB8AC3E}">
        <p14:creationId xmlns:p14="http://schemas.microsoft.com/office/powerpoint/2010/main" val="372187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46D7-B139-1E2C-542D-4FEFA18A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901-ADF8-CC9C-00BD-1268D8AB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Google </a:t>
            </a:r>
            <a:r>
              <a:rPr lang="en-US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Colab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VS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CEA290-4781-C611-048F-328B722FB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29" y="1504335"/>
            <a:ext cx="5451096" cy="4809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C7E09C-151E-FAC5-EC0A-F3556478D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77" y="1383645"/>
            <a:ext cx="5760720" cy="49301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6187FE-7C38-9B63-1BA8-1C1A98B1E661}"/>
              </a:ext>
            </a:extLst>
          </p:cNvPr>
          <p:cNvSpPr txBox="1"/>
          <p:nvPr/>
        </p:nvSpPr>
        <p:spPr>
          <a:xfrm>
            <a:off x="1366656" y="6416400"/>
            <a:ext cx="453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Screenshot of Python code in  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34B21-757A-7F6B-1200-DC95D052EC37}"/>
              </a:ext>
            </a:extLst>
          </p:cNvPr>
          <p:cNvSpPr txBox="1"/>
          <p:nvPr/>
        </p:nvSpPr>
        <p:spPr>
          <a:xfrm>
            <a:off x="7034953" y="6416400"/>
            <a:ext cx="453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Screenshot of Python code in  VS code</a:t>
            </a:r>
          </a:p>
        </p:txBody>
      </p:sp>
    </p:spTree>
    <p:extLst>
      <p:ext uri="{BB962C8B-B14F-4D97-AF65-F5344CB8AC3E}">
        <p14:creationId xmlns:p14="http://schemas.microsoft.com/office/powerpoint/2010/main" val="161378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BFFF-3B52-AD3B-D367-CB988DF9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9D17-A706-9304-C8A3-8888DB7D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2A3DF-9B0B-0D39-7FCC-DBB235232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343" y="1239847"/>
            <a:ext cx="8336624" cy="487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9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F205-4D31-83D7-8D23-8A28A3DC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E1A1-3610-3D64-1BBA-DE7B84B8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Graphical representation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B86037-7E2B-5FA6-BDF8-B88BEBBA0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444" y="953730"/>
            <a:ext cx="9157589" cy="576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147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Vehicle count, speed and density estimation using ROI in YOLO</vt:lpstr>
      <vt:lpstr>Traffic annotation</vt:lpstr>
      <vt:lpstr>Work Steps</vt:lpstr>
      <vt:lpstr>Flowchart of work steps</vt:lpstr>
      <vt:lpstr>Google Colab and VS code</vt:lpstr>
      <vt:lpstr>Excel output</vt:lpstr>
      <vt:lpstr>Graphical representation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Saurav Barua</dc:creator>
  <cp:lastModifiedBy>Saurav Barua</cp:lastModifiedBy>
  <cp:revision>6</cp:revision>
  <dcterms:created xsi:type="dcterms:W3CDTF">2026-02-17T13:43:50Z</dcterms:created>
  <dcterms:modified xsi:type="dcterms:W3CDTF">2026-02-17T14:22:24Z</dcterms:modified>
</cp:coreProperties>
</file>